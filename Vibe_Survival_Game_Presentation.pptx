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94960" y="1645920"/>
            <a:ext cx="548640" cy="54864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1737360"/>
            <a:ext cx="365760" cy="36576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0" y="1828800"/>
            <a:ext cx="320040" cy="32004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0" y="1874519"/>
            <a:ext cx="137160" cy="13716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VIBE SURVIVAL 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56616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FF00"/>
                </a:solidFill>
                <a:latin typeface="Arial"/>
              </a:defRPr>
            </a:pPr>
            <a:r>
              <a:t>2D Top-Down Roguelike Survival Game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29768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Arial"/>
              </a:defRPr>
            </a:pPr>
            <a:r>
              <a:t>Phaser 3 + React + Electron  |  TypeScript  |  Desktop Application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FF00"/>
                </a:solidFill>
                <a:latin typeface="Arial"/>
              </a:defRPr>
            </a:pPr>
            <a:r>
              <a:t>What is Vibe Survival?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0FF00"/>
                </a:solidFill>
              </a:rPr>
              <a:t>▸ </a:t>
            </a:r>
            <a:r>
              <a:rPr sz="1500">
                <a:solidFill>
                  <a:srgbClr val="FFFFFF"/>
                </a:solidFill>
                <a:latin typeface="Arial"/>
              </a:rPr>
              <a:t>2D Top-Down Roguelike Survival Game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FF00"/>
                </a:solidFill>
              </a:rPr>
              <a:t>▸ </a:t>
            </a:r>
            <a:r>
              <a:rPr sz="1500">
                <a:solidFill>
                  <a:srgbClr val="FFFFFF"/>
                </a:solidFill>
                <a:latin typeface="Arial"/>
              </a:rPr>
              <a:t>Minimalist auto-attack combat system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FF00"/>
                </a:solidFill>
              </a:rPr>
              <a:t>▸ </a:t>
            </a:r>
            <a:r>
              <a:rPr sz="1500">
                <a:solidFill>
                  <a:srgbClr val="FFFFFF"/>
                </a:solidFill>
                <a:latin typeface="Arial"/>
              </a:rPr>
              <a:t>Endless wave survival with increasing difficulty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FF00"/>
                </a:solidFill>
              </a:rPr>
              <a:t>▸ </a:t>
            </a:r>
            <a:r>
              <a:rPr sz="1500">
                <a:solidFill>
                  <a:srgbClr val="FFFFFF"/>
                </a:solidFill>
                <a:latin typeface="Arial"/>
              </a:rPr>
              <a:t>Character growth through leveling system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FF00"/>
                </a:solidFill>
              </a:rPr>
              <a:t>▸ </a:t>
            </a:r>
            <a:r>
              <a:rPr sz="1500">
                <a:solidFill>
                  <a:srgbClr val="FFFFFF"/>
                </a:solidFill>
                <a:latin typeface="Arial"/>
              </a:rPr>
              <a:t>Desktop application built with Electron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FF00"/>
                </a:solidFill>
              </a:rPr>
              <a:t>▸ </a:t>
            </a:r>
            <a:r>
              <a:rPr sz="1500">
                <a:solidFill>
                  <a:srgbClr val="FFFFFF"/>
                </a:solidFill>
                <a:latin typeface="Arial"/>
              </a:rPr>
              <a:t>Procedurally generated graphics (no external assets)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FF00"/>
                </a:solidFill>
              </a:rPr>
              <a:t>▸ </a:t>
            </a:r>
            <a:r>
              <a:rPr sz="1500">
                <a:solidFill>
                  <a:srgbClr val="FFFFFF"/>
                </a:solidFill>
                <a:latin typeface="Arial"/>
              </a:rPr>
              <a:t>High score persistence across sessions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8463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00"/>
                </a:solidFill>
                <a:latin typeface="Arial"/>
              </a:defRPr>
            </a:pPr>
            <a:r>
              <a:t>Key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94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Arial"/>
              </a:defRPr>
            </a:pPr>
            <a:r>
              <a:t>519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240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Arial"/>
              </a:defRPr>
            </a:pPr>
            <a:r>
              <a:t>Lines of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971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Arial"/>
              </a:defRPr>
            </a:pPr>
            <a:r>
              <a:t>Source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74903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7947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Arial"/>
              </a:defRPr>
            </a:pPr>
            <a:r>
              <a:t>Dependencies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52627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Arial"/>
              </a:defRPr>
            </a:pPr>
            <a:r>
              <a:t>800x600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5719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Arial"/>
              </a:defRPr>
            </a:pPr>
            <a:r>
              <a:t>Game 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530351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Arial"/>
              </a:defRPr>
            </a:pPr>
            <a:r>
              <a:t>32x32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53492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Arial"/>
              </a:defRPr>
            </a:pPr>
            <a:r>
              <a:t>Sprite Size (px)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51760" cy="47548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51760" cy="54864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00"/>
                </a:solidFill>
                <a:latin typeface="Arial"/>
              </a:defRPr>
            </a:pPr>
            <a:r>
              <a:t>Game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860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0FF00"/>
                </a:solidFill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Phaser 3 (v3.80.0)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FF00"/>
                </a:solidFill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2D game framework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FF00"/>
                </a:solidFill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Arcade physics engine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FF00"/>
                </a:solidFill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Canvas renderer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651760" cy="47548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6517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645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860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0D4FF"/>
                </a:solidFill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React 18 (v18.2.0)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D4FF"/>
                </a:solidFill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TypeScript (v5.3.3)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D4FF"/>
                </a:solidFill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JSX component architecture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D4FF"/>
                </a:solidFill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Phaser-React integration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2651760" cy="47548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651760" cy="54864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645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Arial"/>
              </a:defRPr>
            </a:pPr>
            <a:r>
              <a:t>Desktop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860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BB86FC"/>
                </a:solidFill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Electron (v28.1.0)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BB86FC"/>
                </a:solidFill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Cross-platform desktop app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BB86FC"/>
                </a:solidFill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electron-store for data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BB86FC"/>
                </a:solidFill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Preload script security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371600"/>
            <a:ext cx="2651760" cy="47548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1371600"/>
            <a:ext cx="2651760" cy="5486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645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00"/>
                </a:solidFill>
                <a:latin typeface="Arial"/>
              </a:defRPr>
            </a:pPr>
            <a:r>
              <a:t>Build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2860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00"/>
                </a:solidFill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Vite (v5.0.12)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FF00"/>
                </a:solidFill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vite-plugin-electron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FF00"/>
                </a:solidFill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electron-builder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FF00"/>
                </a:solidFill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@vitejs/plugin-react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4864" cy="10972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  <a:latin typeface="Arial"/>
              </a:defRPr>
            </a:pPr>
            <a:r>
              <a:t>Electron (Main Process)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Arial"/>
              </a:defRPr>
            </a:pPr>
            <a:r>
              <a:t>main.ts  -&gt;  BrowserWindow (800x600)  -&gt;  preload.ts (electron-store IPC)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514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FF00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10698480" cy="10972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834640"/>
            <a:ext cx="54864" cy="10972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Arial"/>
              </a:defRPr>
            </a:pPr>
            <a:r>
              <a:t>React (Renderer Process)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Arial"/>
              </a:defRPr>
            </a:pPr>
            <a:r>
              <a:t>main.tsx  -&gt;  App.tsx (Phaser Game initialization)  -&gt;  &lt;div id="phaser-container"&gt;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977639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FF00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5029200" cy="2011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297680"/>
            <a:ext cx="54864" cy="201168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389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00"/>
                </a:solidFill>
                <a:latin typeface="Arial"/>
              </a:defRPr>
            </a:pPr>
            <a:r>
              <a:t>StartScene.ts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463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0FF00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Title screen &amp; menu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FF00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High score display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FF00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Start button with hover effect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297680"/>
            <a:ext cx="5029200" cy="2011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4297680"/>
            <a:ext cx="54864" cy="20116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389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00"/>
                </a:solidFill>
                <a:latin typeface="Arial"/>
              </a:defRPr>
            </a:pPr>
            <a:r>
              <a:t>GameScene.ts (288 lines)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8463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00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Main gameplay loop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FF00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Physics &amp; collision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FF00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Auto-attack &amp; leveling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FF00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Enemy spawning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5029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FF00"/>
                </a:solidFill>
                <a:latin typeface="Arial"/>
              </a:defRPr>
            </a:pPr>
            <a:r>
              <a:t>◀ 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CORE GAME MECHANICS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474720" cy="5029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554480"/>
            <a:ext cx="457200" cy="457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00"/>
                </a:solidFill>
                <a:latin typeface="Arial"/>
              </a:defRPr>
            </a:pPr>
            <a:r>
              <a:t>PLAYER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0FF00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HP: 100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FF00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Speed: 200 px/s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FF00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Movement: WASD / Arrow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FF00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Auto-attack (range: 300px)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FF00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Fire rate: 2 shots/sec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FF00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Level-up: full heal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FF00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Scale +10% per level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474720" cy="5029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1554480"/>
            <a:ext cx="457200" cy="457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00"/>
                </a:solidFill>
                <a:latin typeface="Arial"/>
              </a:defRPr>
            </a:pPr>
            <a:r>
              <a:t>COMBAT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9456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00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Auto-targeting system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FF00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Nearest enemy priority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FF00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Bullet speed: 400 px/s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FF00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Bullet lifetime: 1 sec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FF00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Damage: 5 per bullet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FF00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Knockback on collision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FF00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Red tint damage 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280160"/>
            <a:ext cx="3474720" cy="5029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1554480"/>
            <a:ext cx="365760" cy="36576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444"/>
                </a:solidFill>
                <a:latin typeface="Arial"/>
              </a:defRPr>
            </a:pPr>
            <a:r>
              <a:t>ENEMY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19456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4444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HP: 10 (2 hits to kill)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4444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Speed: 100 px/s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4444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Spawn: every 1 second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4444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Chase AI (moveToObject)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4444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Contact damage: 10 HP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4444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XP reward: 20 per kill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F4444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Random edge spawn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GAME STATE &amp; PROGRESSION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2743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Arial"/>
              </a:defRPr>
            </a:pPr>
            <a:r>
              <a:t>Game State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FF00"/>
                </a:solidFill>
                <a:latin typeface="Consolas"/>
              </a:defRPr>
            </a:pPr>
            <a:r>
              <a:t>hp: number = 100          // Current health</a:t>
            </a:r>
            <a:br/>
            <a:r>
              <a:t>maxHp: number = 100       // Maximum health</a:t>
            </a:r>
            <a:br/>
            <a:r>
              <a:t>xp: number = 0            // Experience points</a:t>
            </a:r>
            <a:br/>
            <a:r>
              <a:t>level: number = 1         // Current level</a:t>
            </a:r>
            <a:br/>
            <a:r>
              <a:t>score: number = 0         // Total score</a:t>
            </a:r>
            <a:br/>
            <a:r>
              <a:t>nextLevelXp: number = 100 // XP to next level</a:t>
            </a:r>
            <a:br/>
            <a:r>
              <a:t>isGameOver: boolean       // Game state flag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303520" cy="2743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Arial"/>
              </a:defRPr>
            </a:pPr>
            <a:r>
              <a:t>Progression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0312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BB86FC"/>
                </a:solidFill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Kill enemies -&gt; Earn 20 XP each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BB86FC"/>
                </a:solidFill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XP threshold increases +20% per level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BB86FC"/>
                </a:solidFill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Level up -&gt; Full heal to max HP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BB86FC"/>
                </a:solidFill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Player sprite grows 10% per level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BB86FC"/>
                </a:solidFill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Score = XP earned x 10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BB86FC"/>
                </a:solidFill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High score saved to electron-store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698480" cy="2011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00"/>
                </a:solidFill>
                <a:latin typeface="Arial"/>
              </a:defRPr>
            </a:pPr>
            <a:r>
              <a:t>Game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029200"/>
            <a:ext cx="1371600" cy="91440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11111"/>
                </a:solidFill>
              </a:defRPr>
            </a:pPr>
            <a:r>
              <a:t>START</a:t>
            </a:r>
            <a:br/>
            <a:r>
              <a:t>SCENE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5120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5029200"/>
            <a:ext cx="1371600" cy="914400"/>
          </a:xfrm>
          <a:prstGeom prst="roundRect">
            <a:avLst/>
          </a:prstGeom>
          <a:solidFill>
            <a:srgbClr val="00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11111"/>
                </a:solidFill>
              </a:defRPr>
            </a:pPr>
            <a:r>
              <a:t>GAMEPLAY</a:t>
            </a:r>
            <a:br/>
            <a:r>
              <a:t>(Survive)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5120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5029200"/>
            <a:ext cx="1371600" cy="914400"/>
          </a:xfrm>
          <a:prstGeom prst="round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11111"/>
                </a:solidFill>
              </a:defRPr>
            </a:pPr>
            <a:r>
              <a:t>ENEMIES</a:t>
            </a:r>
            <a:br/>
            <a:r>
              <a:t>SPAWN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120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5029200"/>
            <a:ext cx="1371600" cy="91440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11111"/>
                </a:solidFill>
              </a:defRPr>
            </a:pPr>
            <a:r>
              <a:t>LEVEL UP</a:t>
            </a:r>
            <a:br/>
            <a:r>
              <a:t>(Heal)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120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5029200"/>
            <a:ext cx="1371600" cy="914400"/>
          </a:xfrm>
          <a:prstGeom prst="round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11111"/>
                </a:solidFill>
              </a:defRPr>
            </a:pPr>
            <a:r>
              <a:t>GAME OVER</a:t>
            </a:r>
            <a:br/>
            <a:r>
              <a:t>(Score)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5120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0" y="5029200"/>
            <a:ext cx="1371600" cy="91440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11111"/>
                </a:solidFill>
              </a:defRPr>
            </a:pPr>
            <a:r>
              <a:t>HIGH SCORE</a:t>
            </a:r>
            <a:br/>
            <a:r>
              <a:t>(Save)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PROJECT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00"/>
                </a:solidFill>
                <a:latin typeface="Arial"/>
              </a:defRPr>
            </a:pPr>
            <a:r>
              <a:t>Directory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onsolas"/>
              </a:defRPr>
            </a:pPr>
            <a:r>
              <a:t>Vibe-Survival-Game/</a:t>
            </a:r>
            <a:br/>
            <a:r>
              <a:t>  src/</a:t>
            </a:r>
            <a:br/>
            <a:r>
              <a:t>    main/</a:t>
            </a:r>
            <a:br/>
            <a:r>
              <a:t>      main.ts          (49 lines)</a:t>
            </a:r>
            <a:br/>
            <a:r>
              <a:t>      preload.ts       (3 lines)</a:t>
            </a:r>
            <a:br/>
            <a:r>
              <a:t>    renderer/</a:t>
            </a:r>
            <a:br/>
            <a:r>
              <a:t>      main.tsx         (11 lines)</a:t>
            </a:r>
            <a:br/>
            <a:r>
              <a:t>      App.tsx          (57 lines)</a:t>
            </a:r>
            <a:br/>
            <a:r>
              <a:t>      game/</a:t>
            </a:r>
            <a:br/>
            <a:r>
              <a:t>        GameScene.ts   (288 lines)</a:t>
            </a:r>
            <a:br/>
            <a:r>
              <a:t>        StartScene.ts  (60 lines)</a:t>
            </a:r>
            <a:br/>
            <a:r>
              <a:t>        Enemy.ts       (51 lines)</a:t>
            </a:r>
            <a:br/>
            <a:r>
              <a:t>  index.html</a:t>
            </a:r>
            <a:br/>
            <a:r>
              <a:t>  package.json</a:t>
            </a:r>
            <a:br/>
            <a:r>
              <a:t>  vite.config.ts</a:t>
            </a:r>
            <a:br/>
            <a:r>
              <a:t>  tsconfig.json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303520" cy="48463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00"/>
                </a:solidFill>
                <a:latin typeface="Arial"/>
              </a:defRPr>
            </a:pPr>
            <a:r>
              <a:t>Key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onsolas"/>
              </a:defRPr>
            </a:pPr>
            <a:r>
              <a:t>main.ts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103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Arial"/>
              </a:defRPr>
            </a:pPr>
            <a:r>
              <a:t>Electron main process, window creation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onsolas"/>
              </a:defRPr>
            </a:pPr>
            <a:r>
              <a:t>App.tsx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651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Arial"/>
              </a:defRPr>
            </a:pPr>
            <a:r>
              <a:t>React root, Phaser initialization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onsolas"/>
              </a:defRPr>
            </a:pPr>
            <a:r>
              <a:t>GameScene.ts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200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Arial"/>
              </a:defRPr>
            </a:pPr>
            <a:r>
              <a:t>Core gameplay logic (288 lines)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749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onsolas"/>
              </a:defRPr>
            </a:pPr>
            <a:r>
              <a:t>StartScene.ts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7490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Arial"/>
              </a:defRPr>
            </a:pPr>
            <a:r>
              <a:t>Menu screen, high scores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2976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onsolas"/>
              </a:defRPr>
            </a:pPr>
            <a:r>
              <a:t>Enemy.ts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42976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Arial"/>
              </a:defRPr>
            </a:pPr>
            <a:r>
              <a:t>Enemy AI and behavior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8463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onsolas"/>
              </a:defRPr>
            </a:pPr>
            <a:r>
              <a:t>vite.config.ts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48463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Arial"/>
              </a:defRPr>
            </a:pPr>
            <a:r>
              <a:t>Build configuration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3949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onsolas"/>
              </a:defRPr>
            </a:pPr>
            <a:r>
              <a:t>package.json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539495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Arial"/>
              </a:defRPr>
            </a:pPr>
            <a:r>
              <a:t>Dependencies &amp; scripts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KEY IMPLEMENTATION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94960" cy="23774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00"/>
                </a:solidFill>
                <a:latin typeface="Arial"/>
              </a:defRPr>
            </a:pPr>
            <a:r>
              <a:t>Procedural Graphics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Arial"/>
              </a:defRPr>
            </a:pPr>
            <a:r>
              <a:t>No external assets - all graphics generated at 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FF00"/>
                </a:solidFill>
                <a:latin typeface="Consolas"/>
              </a:defRPr>
            </a:pPr>
            <a:r>
              <a:t>createTexture(key, color) {</a:t>
            </a:r>
            <a:br/>
            <a:r>
              <a:t>  const g = this.add.graphics();</a:t>
            </a:r>
            <a:br/>
            <a:r>
              <a:t>  g.fillStyle(color, 1);</a:t>
            </a:r>
            <a:br/>
            <a:r>
              <a:t>  g.fillRect(0, 0, 32, 32);</a:t>
            </a:r>
            <a:br/>
            <a:r>
              <a:t>  g.generateTexture(key, 32, 32);</a:t>
            </a:r>
            <a:br/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394960" cy="23774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00"/>
                </a:solidFill>
                <a:latin typeface="Arial"/>
              </a:defRPr>
            </a:pPr>
            <a:r>
              <a:t>Auto-Attack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920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Arial"/>
              </a:defRPr>
            </a:pPr>
            <a:r>
              <a:t>Automatic targeting of nearest enemy within 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00"/>
                </a:solidFill>
                <a:latin typeface="Consolas"/>
              </a:defRPr>
            </a:pPr>
            <a:r>
              <a:t>autoAttack() {</a:t>
            </a:r>
            <a:br/>
            <a:r>
              <a:t>  // Find nearest enemy within 300px</a:t>
            </a:r>
            <a:br/>
            <a:r>
              <a:t>  // Fire bullet at 400px/s velocity</a:t>
            </a:r>
            <a:br/>
            <a:r>
              <a:t>  // 0.5s cooldown between shots</a:t>
            </a:r>
            <a:br/>
            <a:r>
              <a:t>  // Bullet auto-destroys after 1s</a:t>
            </a:r>
            <a:br/>
            <a: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5394960" cy="23774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Arial"/>
              </a:defRPr>
            </a:pPr>
            <a:r>
              <a:t>Physics &amp; Collision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0D4FF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Phaser Arcade Physics (no gravity)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D4FF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World bounds collision for all entities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D4FF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Knockback on player-enemy collision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D4FF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Bullet-enemy overlap detection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931920"/>
            <a:ext cx="5394960" cy="23774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  <a:latin typeface="Arial"/>
              </a:defRPr>
            </a:pPr>
            <a:r>
              <a:t>Data 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BB86FC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electron-store for high score storage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BB86FC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JSON file in user config directory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BB86FC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store.get('highScore', 0) to retrieve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BB86FC"/>
                </a:solidFill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store.set('highScore', score) to save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DEVELOPMENT &amp;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25603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00"/>
                </a:solidFill>
                <a:latin typeface="Arial"/>
              </a:defRPr>
            </a:pPr>
            <a:r>
              <a:t>NPM Scripts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00"/>
                </a:solidFill>
                <a:latin typeface="Consolas"/>
              </a:defRPr>
            </a:pPr>
            <a:r>
              <a:t>npm install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103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Arial"/>
              </a:defRPr>
            </a:pPr>
            <a:r>
              <a:t>Install all dependencies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60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00"/>
                </a:solidFill>
                <a:latin typeface="Consolas"/>
              </a:defRPr>
            </a:pPr>
            <a:r>
              <a:t>npm run dev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560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Arial"/>
              </a:defRPr>
            </a:pPr>
            <a:r>
              <a:t>Start dev server + Electron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1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00"/>
                </a:solidFill>
                <a:latin typeface="Consolas"/>
              </a:defRPr>
            </a:pPr>
            <a:r>
              <a:t>npm run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017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Arial"/>
              </a:defRPr>
            </a:pPr>
            <a:r>
              <a:t>Build production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74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00"/>
                </a:solidFill>
                <a:latin typeface="Consolas"/>
              </a:defRPr>
            </a:pPr>
            <a:r>
              <a:t>npm run preview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474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Arial"/>
              </a:defRPr>
            </a:pPr>
            <a:r>
              <a:t>Preview production build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371600"/>
            <a:ext cx="5303520" cy="25603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00"/>
                </a:solidFill>
                <a:latin typeface="Arial"/>
              </a:defRPr>
            </a:pPr>
            <a:r>
              <a:t>Dependencies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onsolas"/>
              </a:defRPr>
            </a:pPr>
            <a:r>
              <a:t>phaser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103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onsolas"/>
              </a:defRPr>
            </a:pPr>
            <a:r>
              <a:t>v3.80.0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Arial"/>
              </a:defRPr>
            </a:pPr>
            <a:r>
              <a:t>Game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onsolas"/>
              </a:defRPr>
            </a:pPr>
            <a:r>
              <a:t>react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514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onsolas"/>
              </a:defRPr>
            </a:pPr>
            <a:r>
              <a:t>v18.2.0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514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Arial"/>
              </a:defRPr>
            </a:pPr>
            <a:r>
              <a:t>UI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926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onsolas"/>
              </a:defRPr>
            </a:pPr>
            <a:r>
              <a:t>react-dom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9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onsolas"/>
              </a:defRPr>
            </a:pPr>
            <a:r>
              <a:t>v18.2.0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Arial"/>
              </a:defRPr>
            </a:pPr>
            <a:r>
              <a:t>React DOM renderer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337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onsolas"/>
              </a:defRPr>
            </a:pPr>
            <a:r>
              <a:t>electron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337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onsolas"/>
              </a:defRPr>
            </a:pPr>
            <a:r>
              <a:t>v28.1.0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Arial"/>
              </a:defRPr>
            </a:pPr>
            <a:r>
              <a:t>Desktop framework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749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onsolas"/>
              </a:defRPr>
            </a:pPr>
            <a:r>
              <a:t>electron-store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749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onsolas"/>
              </a:defRPr>
            </a:pPr>
            <a:r>
              <a:t>v8.1.0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Arial"/>
              </a:defRPr>
            </a:pPr>
            <a:r>
              <a:t>Data persistence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206240"/>
            <a:ext cx="1069848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444"/>
                </a:solidFill>
                <a:latin typeface="Arial"/>
              </a:defRPr>
            </a:pPr>
            <a:r>
              <a:t>Platform Compatibility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9377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4444"/>
                </a:solidFill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Hardware acceleration disabled for Linux compatibility (app.disableHardwareAcceleration())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4444"/>
                </a:solidFill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Canvas renderer forced instead of WebGL for cross-platform support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4444"/>
                </a:solidFill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Electron-builder configured for multi-platform packaging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4444"/>
                </a:solidFill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TypeScript strict mode enabled for type safety across all modules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VIBE SURVIVAL 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4688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FF00"/>
                </a:solidFill>
                <a:latin typeface="Arial"/>
              </a:defRPr>
            </a:pPr>
            <a:r>
              <a:t>Project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91840"/>
            <a:ext cx="2194560" cy="2011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00"/>
                </a:solidFill>
                <a:latin typeface="Arial"/>
              </a:defRPr>
            </a:pPr>
            <a:r>
              <a:t>2D Roguelike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0233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Arial"/>
              </a:defRPr>
            </a:pPr>
            <a:r>
              <a:t>Top-down survival</a:t>
            </a:r>
            <a:br/>
            <a:r>
              <a:t>with auto-attack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291840"/>
            <a:ext cx="2194560" cy="2011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00"/>
                </a:solidFill>
                <a:latin typeface="Arial"/>
              </a:defRPr>
            </a:pPr>
            <a:r>
              <a:t>Modern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40233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Arial"/>
              </a:defRPr>
            </a:pPr>
            <a:r>
              <a:t>Phaser 3 + React</a:t>
            </a:r>
            <a:br/>
            <a:r>
              <a:t>+ Electron + 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291840"/>
            <a:ext cx="2194560" cy="2011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00"/>
                </a:solidFill>
                <a:latin typeface="Arial"/>
              </a:defRPr>
            </a:pPr>
            <a:r>
              <a:t>Lean Codebase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0233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Arial"/>
              </a:defRPr>
            </a:pPr>
            <a:r>
              <a:t>519 lines across</a:t>
            </a:r>
            <a:br/>
            <a:r>
              <a:t>7 source 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3291840"/>
            <a:ext cx="2194560" cy="2011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00"/>
                </a:solidFill>
                <a:latin typeface="Arial"/>
              </a:defRPr>
            </a:pPr>
            <a:r>
              <a:t>Zero Assets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0233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Arial"/>
              </a:defRPr>
            </a:pPr>
            <a:r>
              <a:t>All graphics are</a:t>
            </a:r>
            <a:br/>
            <a:r>
              <a:t>procedurally generated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7607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